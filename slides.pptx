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2,000 customers
~24k transactions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fidelity (SDMetrics)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149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Shapes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(customers)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KSComplement (num) / TVComplement (cat)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(transactions)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same complements on transaction columns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Pairwise column relationships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CorrelationSimilarity / ContingencySimilarity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Validity &amp; structure (not fidelity)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ranges · categories · keys · FK integrity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KSComplement = 1 − KS distance · TVComplement = 1 − total-variation distance (1.0 = identical).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Overall quality score = average of Column Shapes and Column Pair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correlation, temporal &amp; privacy (custom + 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4572000"/>
                <a:gridCol w="64008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feature → product-category signal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Spearman(feature, %category)|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Within-table 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customer column correlations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Pearson| over off-diagonal pairs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IA KS p-value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transaction timing realism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KS test on days-between-consecutive-txns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spend pattern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|Δ mean lag-1 autocorrelation of amount|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NewRowSynthesis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verbatim copying (privacy)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% synthetic rows not matching a real row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memorisation (privacy)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synth→real nearest-neighbour dist vs baseline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25780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Autocorr = a column vs its own past (over time); corr MAE = between different columns (same row).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Privacy metrics (SDMetrics) measure leakage; M5 alone adds a formal (ε, δ)-DP guarantee.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81" y="1554480"/>
            <a:ext cx="924027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FIDELITY SCORECARD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SDMetrics Quality Report</a:t>
            </a:r>
          </a:p>
        </p:txBody>
      </p:sp>
      <p:pic>
        <p:nvPicPr>
          <p:cNvPr id="4" name="Picture 3" descr="quality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94290"/>
            <a:ext cx="8229600" cy="38009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52560" y="169164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Overall = mean of
Column Shapes &amp;
Column Pair Trends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M1 ≈ M4 lead overall (0.89) — strong on both halves.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M5 wins customer pair trends (0.85) but on raw numeric correlation it's worst (see in-table slide).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M2 best on transaction shapes (0.91), weak on pair trends.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M3 trails everywhere (0.65) — PAR sacrifices marginals for sequence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SDMetrics QualityReport overall score decomposed into its sub-components, per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3" y="1508760"/>
            <a:ext cx="726481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0.029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0.056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0.132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0.139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0.225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~2–8×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CORRELATION SUMMARY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Correlation scorecard — all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920240"/>
          <a:ext cx="9235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286000"/>
                <a:gridCol w="21031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Within-table
corr MAE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Cross-table
MAD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Cust. pair
trends ↑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74920"/>
            <a:ext cx="10607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M1 owns the raw numeric correlation matrix (within-table MAE 0.029); M4 second (0.056).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SDMetrics pair trends (num+cat) favours M5 (0.850), but its raw numeric correlations are worst.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Cross-table (income→product) stays weak for all — M3 least bad.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GUARANTEE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differential privacy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600200"/>
            <a:ext cx="10607040" cy="109728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37"/>
                </a:solidFill>
                <a:latin typeface="Calibri"/>
              </a:rPr>
              <a:t>Add or remove any one person   →   P(output | with you)  ≤  e^ε · P(output | without you)</a:t>
            </a:r>
          </a:p>
          <a:p>
            <a:pPr algn="ctr"/>
            <a:r>
              <a:rPr sz="1300" b="0" i="0">
                <a:solidFill>
                  <a:srgbClr val="5B6670"/>
                </a:solidFill>
                <a:latin typeface="Calibri"/>
              </a:rPr>
              <a:t>The two clouds of possible outputs stay nearly identical — your footprint hides in the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106070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A mathematical promise about the algorithm, not a property of the output — provable, not measured after the fact.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ε (privacy budget): small ε = strong privacy, blurry data; large ε = sharp data, weak privacy. Pipeline ≈ 3 / table.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δ: tiny probability the guarantee is allowed to fail (needed by the Gaussian mechanism).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Mechanism: add calibrated noise to aggregates — noise ∝ sensitivity / ε (how much one person can move the result).</a:t>
            </a:r>
          </a:p>
          <a:p>
            <a:pPr algn="l" lvl="1">
              <a:spcAft>
                <a:spcPts val="800"/>
              </a:spcAft>
            </a:pPr>
            <a:r>
              <a:rPr sz="1250" b="0" i="0">
                <a:solidFill>
                  <a:srgbClr val="5B6670"/>
                </a:solidFill>
                <a:latin typeface="Calibri"/>
              </a:rPr>
              <a:t>–  Never noise individual rows — noise the counts / histograms, then build data from those.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Composition: customers (ε=3) + transactions (ε=3) → ε ≈ 6 for someone in both tables.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Post-processing immunity: anything computed from DP output stays DP — you can't 'use it up'.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MECHANISM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SmartNoise / MST builds M5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MST (private-PGM family): marginal-based — it learns noisy summaries and never memorises rows.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 · Discretize — bucket every column into bins; privately learns the ranges (preprocessor_eps).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2 · Noisy 1-way marginals — per-column histograms with Gaussian noise added to every count.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3 · Maximum spanning tree — privately find the most-correlated column pairs and keep the tree that connects all columns; only those 2-way marginals are measured (+ noise).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4 · Fit a graphical model (Markov Random Field) consistent with the noisy marginals — pure post-processing, zero extra ε.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5 · Sample new rows from the fitted model.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Runs once per table (customers, transactions) → per-table ε composes to ≈ 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5212080"/>
            <a:ext cx="10607040" cy="114300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Why M5 looks the way it does</a:t>
            </a:r>
          </a:p>
          <a:p>
            <a:pPr algn="l"/>
            <a:r>
              <a:rPr sz="1250" b="0" i="0">
                <a:solidFill>
                  <a:srgbClr val="1F2A37"/>
                </a:solidFill>
                <a:latin typeface="Calibri"/>
              </a:rPr>
              <a:t>Guarantee by construction · only measured marginals survive (off-tree structure like per-customer sequencing is lost → autocorr collapses) · faithful marginals sit close to real rows → low DCR.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PRIVACY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Privacy: guarantee ≠ measured protection</a:t>
            </a:r>
          </a:p>
        </p:txBody>
      </p:sp>
      <p:pic>
        <p:nvPicPr>
          <p:cNvPr id="4" name="Picture 3" descr="privacy_d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117"/>
            <a:ext cx="6949440" cy="30269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7AA1"/>
                </a:solidFill>
                <a:latin typeface="Calibri"/>
              </a:rPr>
              <a:t>Two notions of privacy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 (SmartNoise) is the ONLY method with a formal (ε≈6, δ)-DP guarantee.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But on measured DCR it is the LEAST protected (0.57) — M3 most (0.74).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DP bounds one person's worst-case influence; DCR measures average closeness to real rows.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M5's faithful marginals sit closest to real data → lowest DCR.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NewRowSynthesis = 1.0 for all (no verbatim copies).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Fidelity and record-distance trade off — a guarantee ≠ best DCR.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DCRBaselineProtection on the customers table (higher = more protected) — measured with SDMetrics.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042" y="1600200"/>
            <a:ext cx="3595254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2,000 seeds · ~12 txns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8412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M1≈M4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Diff.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 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3736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≈ M4 — best all-round fidelity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the only privacy guarantee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&amp; DCR, low utility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More data closed M5's quality lead; 12 txns/cust exposed its temporal gap.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39, Retired, income ~$135k, credit 699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solid credit, high income, holds no credit card →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long tenure → diversify, low entry, medium risk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premium health → low-cost secondary coverage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Method choice is task-dependent — and the leaderboard moved when we scaled to 2k × 12 txns.</a:t>
            </a:r>
          </a:p>
          <a:p>
            <a:pPr algn="l" lvl="1">
              <a:spcAft>
                <a:spcPts val="11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Privacy guarantee? M5. All-round fidelity / correlations? M1 ≈ M4. Transaction timing? M2.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More data closed M5's quality lead; more transactions exposed its missing temporal model.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 DP guarantee (M5) ≠ best measured DCR (M3): guarantee and empirical leakage are different axes.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End-to-end &amp; reproducible: seed → synthesize → evaluate (+privacy) → recommend,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